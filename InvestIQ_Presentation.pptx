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31D2F"/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"/>
            <a:ext cx="914400" cy="575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Koneru Lakshmaiah Education Foundation · Dept. of CSE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InvestIQ · Adaptive Software Engineering (24CI3201)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A31D2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554480" cy="97909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0" y="502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Koneru Lakshmaiah Education Foundation (Deemed to be University)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DEPARTMENT OF CSE · PROJECT ABSTRACT PRESENTATION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1417320"/>
            <a:ext cx="9144000" cy="2286000"/>
          </a:xfrm>
          <a:prstGeom prst="rect">
            <a:avLst/>
          </a:prstGeom>
          <a:solidFill>
            <a:srgbClr val="A31D2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Invest IQ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40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AI-Powered Intelligent Stock Market Research and Investment Decision Support System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C"/>
                </a:solidFill>
              </a:rPr>
              <a:t>Course: Adaptive Software Engineering · 24CI3201 · A.Y. 2026–2027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</a:rPr>
              <a:t>Team: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K. SaiKrishna (2420030632) · R. Vignesh Reddy (2420090006) · CH. Sai Neeraj (2420030197)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</a:rPr>
              <a:t>Guide: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Dr. J. Kavitha Reddy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Retail investors in India face a flood of data, tips and tools. Making sense of it takes time and expertise most learners do not have.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InvestIQ is an AI-powered research platform for NSE/BSE that combines fundamentals, technicals and sentiment into one clear BUY / HOLD / SELL view, with extra coverage of crypto, forex, IPOs and mutual funds.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0" y="1143000"/>
            <a:ext cx="3017520" cy="32004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1143000"/>
            <a:ext cx="54864" cy="32004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581912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Markets move in real time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Research is scattered across many sites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F&amp;O needs level-based setups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Learners need a safe, educational tool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Literature Survey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 / Platform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D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D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D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Fama (1970) – Efficient Capital Markets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Theory: prices reflect available information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Conceptual only; no practical research tool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Bollen, Mao &amp; Zeng (2011) – Twitter mood and the stock market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Social-media sentiment as a market signal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Single signal; US index; not combined with fundamentals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Fischer &amp; Krauss (2018) – LSTM for market prediction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Deep learning on S&amp;P 500 stocks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Black-box output; no risk score or explainable verdict; US market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Charting platforms (e.g., TradingView, Streak)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Technical indicators and strategies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Weak on fundamentals and sentiment synthesis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Stock screeners (e.g., Screener.in)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Fundamental filtering of NSE/BSE stocks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No technicals, F&amp;O setups or sentiment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 are indicative; verify full citations with your guide before submission.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Indian retail investors and students lack a single, trustworthy, educational platform that fuses fundamental, technical and sentiment analysis into a clear decision view across stocks, F&amp;O, IPOs and mutual funds.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920240" cy="21031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77440"/>
            <a:ext cx="54864" cy="21031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Fragmented tools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16352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Research is split across screeners, charts and news sites.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42032" y="2377440"/>
            <a:ext cx="1920240" cy="21031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2377440"/>
            <a:ext cx="54864" cy="21031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Information overload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816352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Raw data without synthesis slows and confuses decisions.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26864" y="2377440"/>
            <a:ext cx="1920240" cy="21031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77440"/>
            <a:ext cx="54864" cy="21031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9744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No unified verdict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816352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Few tools turn multiple signals into BUY/HOLD/SELL with risk.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11696" y="2377440"/>
            <a:ext cx="1920240" cy="21031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11696" y="2377440"/>
            <a:ext cx="54864" cy="21031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94576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F&amp;O complexity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816352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Level-based setups (CPR, Camarilla) are hard for beginners.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Build an AI-powered research platform for NSE/BSE with real-time Yahoo Finance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916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Combine fundamentals, technicals and sentiment into a BUY / HOLD / SELL view.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Provide F&amp;O setups using CPR, Camarilla and pivot confluence, plus risk scoring.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889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Extend coverage to crypto, forex, IPOs (institutional-grade notes) and mutual funds (live NAV).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37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Deliver live trending / top-rated stocks and Telegram alerts on every fund event.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8862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Stay an educational research tool, clearly not a SEBI-registered portal.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Research Gap Identification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 in existing work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D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InvestIQ responds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D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Tools specialise in one lens (technical OR fundamental OR sentiment)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Fuses all three into one decisive BUY/HOLD/SELL view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Research mostly targets US markets and indices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Focused on Indian NSE/BSE stocks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Prediction models are black boxes with no risk context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Adds risk scoring alongside every view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F&amp;O level setups are separate from research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Integrates CPR, Camarilla and pivot-confluence setups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Stocks, IPOs and funds live on different platforms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One platform: stocks, crypto, forex, IPOs, mutual funds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Few tools state their regulatory scope clearly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Explicit education-only, non-SEBI-registered positioning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Innovation, Creativity &amp; Novelty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Unified decision engine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Three analysis lenses synthesised into one verdict.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4300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F&amp;O + research together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Pivot-confluence setups next to fundamentals and sentiment.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4300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Event-driven alerts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Telegram alerts on every mutual fund event, with live NAV graphs.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Institutional-grade IPO notes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Structured IPO research made accessible to learners.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92608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Live discovery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Trending and top-rated stocks from real-time market movement.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92608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Responsible by design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Clear education-only scope and risk scoring.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Key Features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Triple-lens analysis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Fundamentals, technicals and sentiment fused into a BUY/HOLD/SELL verdict.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4300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Real-time data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Live Yahoo Finance feeds with continuous price tracking.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4300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F&amp;O setups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CPR, Camarilla and pivot-confluence setups for Futures &amp; Options.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Risk scoring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Quantified risk score to support every investment view.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92608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IPO research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Institutional-grade IPO notes for informed subscription decisions.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160020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926080"/>
            <a:ext cx="54864" cy="160020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Mutual funds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Live NAV graphs and Telegram alerts on every event.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How InvestIQ Works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74520" cy="155448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D2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38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Live market data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Yahoo Finance · NSE/BSE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31D2F"/>
                </a:solidFill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874520" cy="155448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D2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38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Analysis engine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Fundamentals · Technicals · Sentiment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31D2F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1874520" cy="1554480"/>
          </a:xfrm>
          <a:prstGeom prst="rect">
            <a:avLst/>
          </a:prstGeom>
          <a:solidFill>
            <a:srgbClr val="A31D2F"/>
          </a:solidFill>
          <a:ln w="9525">
            <a:solidFill>
              <a:srgbClr val="A31D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938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view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D9DC"/>
                </a:solidFill>
              </a:rPr>
              <a:t>BUY / HOLD / SELL + risk score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31D2F"/>
                </a:solidFill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903720" y="1463040"/>
            <a:ext cx="1874520" cy="155448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D2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938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Delivery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Dashboards · Telegram alerts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Trending and top-rated stocks are surfaced automatically from live market movement.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Market Coverage &amp; Trading Setups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Asset coverage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Indian stocks (NSE/BSE)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Crypto and forex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IPOs with institutional-grade notes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Mutual funds with live NAV graphs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Trending &amp; top-rated stock discovery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54864" cy="329184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F&amp;O intelligence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27632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CPR (Central Pivot Range)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Camarilla levels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Pivot-confluence setups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Live price tracking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• Risk scoring on each idea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Feasibility Analysis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30175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Technical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Real-time data via Yahoo Finance; pivot, CPR and Camarilla levels are standard formulas; Telegram supports bot alerts.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42032" y="1280160"/>
            <a:ext cx="1920240" cy="30175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1280160"/>
            <a:ext cx="54864" cy="30175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4912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Economic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1719072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Built on free or low-cost data and open-source tools, so student budgets suffice.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26864" y="1280160"/>
            <a:ext cx="1920240" cy="30175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280160"/>
            <a:ext cx="54864" cy="30175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9744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Operational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1719072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Web-based and easy to use; learners get research views without trading accounts.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11696" y="1280160"/>
            <a:ext cx="1920240" cy="3017520"/>
          </a:xfrm>
          <a:prstGeom prst="rect">
            <a:avLst/>
          </a:prstGeom>
          <a:solidFill>
            <a:srgbClr val="F7F3F2"/>
          </a:solidFill>
          <a:ln w="9525">
            <a:solidFill>
              <a:srgbClr val="E5DE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11696" y="1280160"/>
            <a:ext cx="54864" cy="301752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94576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Legal / Ethical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1719072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280"/>
                </a:solidFill>
              </a:rPr>
              <a:t>Education-only scope, not a SEBI-registered portal, no personalised advice.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Project Plan (Proposed 12-Week Timeline)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2926080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401568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877056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352544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828032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W5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W6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779008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W7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254496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W8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729984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W9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W10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W11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56448" y="109728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W12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Requirements &amp; survey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0" y="1444752"/>
            <a:ext cx="5705856" cy="310896"/>
          </a:xfrm>
          <a:prstGeom prst="rect">
            <a:avLst/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1444752"/>
            <a:ext cx="950976" cy="310896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Design &amp; architecture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26080" y="1947672"/>
            <a:ext cx="5705856" cy="310896"/>
          </a:xfrm>
          <a:prstGeom prst="rect">
            <a:avLst/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7056" y="1947672"/>
            <a:ext cx="950976" cy="310896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Data + analysis modules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2450592"/>
            <a:ext cx="5705856" cy="310896"/>
          </a:xfrm>
          <a:prstGeom prst="rect">
            <a:avLst/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450592"/>
            <a:ext cx="1426464" cy="310896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F&amp;O, IPO, MF &amp; alerts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26080" y="2953512"/>
            <a:ext cx="5705856" cy="310896"/>
          </a:xfrm>
          <a:prstGeom prst="rect">
            <a:avLst/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79008" y="2953512"/>
            <a:ext cx="1426464" cy="310896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Integration &amp; testing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26080" y="3456432"/>
            <a:ext cx="5705856" cy="310896"/>
          </a:xfrm>
          <a:prstGeom prst="rect">
            <a:avLst/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5472" y="3456432"/>
            <a:ext cx="950976" cy="310896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Deployment &amp; report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926080" y="3959352"/>
            <a:ext cx="5705856" cy="310896"/>
          </a:xfrm>
          <a:prstGeom prst="rect">
            <a:avLst/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59352"/>
            <a:ext cx="950976" cy="310896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Scope &amp; Disclaimer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solidFill>
            <a:srgbClr val="F7F3F2"/>
          </a:solidFill>
          <a:ln w="19050">
            <a:solidFill>
              <a:srgbClr val="A31D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InvestIQ is NOT a SEBI-registered portal.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It is positioned strictly as an educational research platform, built for education &amp; research purposes only. Outputs are not investment advice.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Transparent positioning keeps the project ethical, compliant and focused on learning.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109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D2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InvestIQ brings fundamentals, technicals, sentiment, risk and live data together to simplify market research for learners and analysts.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solidFill>
            <a:srgbClr val="A31D2F"/>
          </a:solidFill>
          <a:ln w="12700">
            <a:solidFill>
              <a:srgbClr val="A31D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C"/>
                </a:solidFill>
              </a:rPr>
              <a:t>K. SaiKrishna · R. Vignesh Reddy · CH. Sai Neeraj  |  Guide: Dr. J. Kavitha Reddy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InvestIQ</dc:title>
  <dc:subject>PptxGenJS Presentation</dc:subject>
  <dc:creator>KLH CSE</dc:creator>
  <cp:lastModifiedBy>KLH CSE</cp:lastModifiedBy>
  <cp:revision>1</cp:revision>
  <dcterms:created xsi:type="dcterms:W3CDTF">2026-10-30T03:57:07Z</dcterms:created>
  <dcterms:modified xsi:type="dcterms:W3CDTF">2026-10-30T03:57:07Z</dcterms:modified>
</cp:coreProperties>
</file>